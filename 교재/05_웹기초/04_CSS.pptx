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0" r:id="rId16"/>
    <p:sldId id="271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5" d="100"/>
          <a:sy n="85" d="100"/>
        </p:scale>
        <p:origin x="-378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FAA3C-C3F2-4570-B956-9D18DA8E08AF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20D9-E58D-4CE7-ACF8-8FA20D9BD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14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>
                <a:solidFill>
                  <a:schemeClr val="tx2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CSS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</a:t>
            </a:r>
            <a:r>
              <a:rPr lang="ko-KR" altLang="en-US" dirty="0"/>
              <a:t>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25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CSS?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77983" y="5281736"/>
            <a:ext cx="1921024" cy="8835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ko-KR" altLang="en-US" dirty="0" smtClean="0"/>
              <a:t>의 </a:t>
            </a:r>
            <a:r>
              <a:rPr lang="en-US" altLang="ko-KR" dirty="0" smtClean="0"/>
              <a:t>HTML</a:t>
            </a:r>
            <a:r>
              <a:rPr lang="ko-KR" altLang="en-US" dirty="0" smtClean="0"/>
              <a:t>버전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14773"/>
            <a:ext cx="6912768" cy="351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액자 5"/>
          <p:cNvSpPr/>
          <p:nvPr/>
        </p:nvSpPr>
        <p:spPr>
          <a:xfrm>
            <a:off x="4437524" y="1989128"/>
            <a:ext cx="3158812" cy="576064"/>
          </a:xfrm>
          <a:prstGeom prst="fram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26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DOM</a:t>
            </a:r>
            <a:r>
              <a:rPr lang="ko-KR" altLang="en-US" dirty="0" smtClean="0"/>
              <a:t>객체를 대상으로 디자인을 정의할 수 있음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HTML</a:t>
            </a:r>
            <a:r>
              <a:rPr lang="ko-KR" altLang="en-US" dirty="0" smtClean="0"/>
              <a:t>의 한계를 넘음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글자 크기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레이아웃 배치 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07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기본</a:t>
            </a:r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100" dirty="0"/>
          </a:p>
          <a:p>
            <a:endParaRPr lang="en-US" altLang="ko-KR" sz="1800" dirty="0" smtClean="0"/>
          </a:p>
          <a:p>
            <a:pPr marL="114300" indent="0">
              <a:buNone/>
            </a:pPr>
            <a:endParaRPr lang="en-US" altLang="ko-KR" sz="1800" dirty="0" smtClean="0"/>
          </a:p>
          <a:p>
            <a:pPr marL="114300" indent="0">
              <a:buNone/>
            </a:pPr>
            <a:endParaRPr lang="en-US" altLang="ko-KR" sz="1400" dirty="0" smtClean="0"/>
          </a:p>
          <a:p>
            <a:pPr lvl="1"/>
            <a:r>
              <a:rPr lang="ko-KR" altLang="en-US" sz="1600" dirty="0" err="1" smtClean="0"/>
              <a:t>선택자로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DOM</a:t>
            </a:r>
            <a:r>
              <a:rPr lang="ko-KR" altLang="en-US" sz="1600" dirty="0" smtClean="0"/>
              <a:t>객체 선택</a:t>
            </a:r>
            <a:r>
              <a:rPr lang="en-US" altLang="ko-KR" sz="1600" dirty="0" smtClean="0"/>
              <a:t> </a:t>
            </a:r>
          </a:p>
          <a:p>
            <a:endParaRPr lang="en-US" altLang="ko-KR" sz="1800" dirty="0"/>
          </a:p>
          <a:p>
            <a:r>
              <a:rPr lang="ko-KR" altLang="en-US" sz="1800" dirty="0" smtClean="0"/>
              <a:t>주석</a:t>
            </a:r>
            <a:endParaRPr lang="en-US" altLang="ko-KR" sz="1800" dirty="0" smtClean="0"/>
          </a:p>
          <a:p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pPr lvl="1"/>
            <a:r>
              <a:rPr lang="en-US" altLang="ko-KR" sz="1600" dirty="0" smtClean="0"/>
              <a:t>&lt;!-- </a:t>
            </a:r>
            <a:r>
              <a:rPr lang="en-US" altLang="ko-KR" sz="1600" dirty="0" smtClean="0">
                <a:sym typeface="Wingdings" pitchFamily="2" charset="2"/>
              </a:rPr>
              <a:t>--&gt; : </a:t>
            </a:r>
            <a:r>
              <a:rPr lang="ko-KR" altLang="en-US" sz="1600" dirty="0" smtClean="0">
                <a:sym typeface="Wingdings" pitchFamily="2" charset="2"/>
              </a:rPr>
              <a:t>에러 방지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1"/>
            <a:ext cx="2448271" cy="149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4343400"/>
            <a:ext cx="2304256" cy="1541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23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태그 기준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태그명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 smtClean="0"/>
              <a:t>                         </a:t>
            </a:r>
            <a:r>
              <a:rPr lang="ko-KR" altLang="en-US" dirty="0" smtClean="0"/>
              <a:t>영역에 스타일 적용시</a:t>
            </a:r>
            <a:r>
              <a:rPr lang="ko-KR" altLang="en-US" dirty="0"/>
              <a:t>키</a:t>
            </a:r>
            <a:r>
              <a:rPr lang="ko-KR" altLang="en-US" dirty="0" smtClean="0"/>
              <a:t>자면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r>
              <a:rPr lang="en-US" altLang="ko-KR" dirty="0" smtClean="0"/>
              <a:t> ID</a:t>
            </a:r>
            <a:r>
              <a:rPr lang="ko-KR" altLang="en-US" dirty="0" smtClean="0"/>
              <a:t> 기준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#ID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smtClean="0"/>
              <a:t>                             </a:t>
            </a:r>
            <a:r>
              <a:rPr lang="ko-KR" altLang="en-US" dirty="0" smtClean="0"/>
              <a:t>여기에만 스타일 적용시키자면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en-US" altLang="ko-KR" dirty="0" smtClean="0"/>
              <a:t>                                             </a:t>
            </a:r>
            <a:r>
              <a:rPr lang="ko-KR" altLang="en-US" dirty="0" smtClean="0"/>
              <a:t>로 수정 후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87" y="2402958"/>
            <a:ext cx="13144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707900"/>
            <a:ext cx="22479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258" y="4509120"/>
            <a:ext cx="13525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>
            <a:off x="2779770" y="4590093"/>
            <a:ext cx="280062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87" y="5085184"/>
            <a:ext cx="23526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518" y="5657700"/>
            <a:ext cx="22383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49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클래스 기준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.</a:t>
            </a:r>
            <a:r>
              <a:rPr lang="ko-KR" altLang="en-US" dirty="0" err="1" smtClean="0"/>
              <a:t>클래스명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                                 </a:t>
            </a:r>
            <a:r>
              <a:rPr lang="ko-KR" altLang="en-US" dirty="0" smtClean="0"/>
              <a:t>여기에 스타일 적용시키자면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r>
              <a:rPr lang="en-US" altLang="ko-KR" dirty="0" smtClean="0"/>
              <a:t>                                                    </a:t>
            </a:r>
            <a:r>
              <a:rPr lang="ko-KR" altLang="en-US" dirty="0" smtClean="0"/>
              <a:t>로 수정 후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427195"/>
            <a:ext cx="13430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직선 화살표 연결선 4"/>
          <p:cNvCxnSpPr>
            <a:endCxn id="4098" idx="3"/>
          </p:cNvCxnSpPr>
          <p:nvPr/>
        </p:nvCxnSpPr>
        <p:spPr>
          <a:xfrm flipH="1">
            <a:off x="2890689" y="2492896"/>
            <a:ext cx="385168" cy="27719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2699792" y="2492896"/>
            <a:ext cx="576065" cy="5040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376" y="3212976"/>
            <a:ext cx="27146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149080"/>
            <a:ext cx="22860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128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가상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선택자</a:t>
            </a:r>
            <a:r>
              <a:rPr lang="en-US" altLang="ko-KR" dirty="0" smtClean="0"/>
              <a:t>:</a:t>
            </a:r>
            <a:r>
              <a:rPr lang="ko-KR" altLang="en-US" dirty="0" err="1" smtClean="0"/>
              <a:t>가상선택자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가상선택자</a:t>
            </a:r>
            <a:endParaRPr lang="en-US" altLang="ko-KR" dirty="0"/>
          </a:p>
          <a:p>
            <a:pPr lvl="3"/>
            <a:r>
              <a:rPr lang="en-US" altLang="ko-KR" dirty="0" smtClean="0"/>
              <a:t>LINK : </a:t>
            </a:r>
            <a:r>
              <a:rPr lang="ko-KR" altLang="en-US" dirty="0" smtClean="0"/>
              <a:t>링크 걸리면</a:t>
            </a:r>
            <a:endParaRPr lang="en-US" altLang="ko-KR" dirty="0" smtClean="0"/>
          </a:p>
          <a:p>
            <a:pPr lvl="3"/>
            <a:r>
              <a:rPr lang="en-US" altLang="ko-KR" dirty="0" smtClean="0"/>
              <a:t>VISITED : </a:t>
            </a:r>
            <a:r>
              <a:rPr lang="ko-KR" altLang="en-US" dirty="0" smtClean="0"/>
              <a:t>링크를 탄 적이 있으면</a:t>
            </a:r>
            <a:endParaRPr lang="en-US" altLang="ko-KR" dirty="0" smtClean="0"/>
          </a:p>
          <a:p>
            <a:pPr lvl="3"/>
            <a:r>
              <a:rPr lang="en-US" altLang="ko-KR" dirty="0" smtClean="0"/>
              <a:t>ACTIVE : </a:t>
            </a:r>
            <a:r>
              <a:rPr lang="ko-KR" altLang="en-US" dirty="0" smtClean="0"/>
              <a:t>클릭하는 동안</a:t>
            </a:r>
            <a:endParaRPr lang="en-US" altLang="ko-KR" dirty="0" smtClean="0"/>
          </a:p>
          <a:p>
            <a:pPr lvl="3"/>
            <a:r>
              <a:rPr lang="en-US" altLang="ko-KR" dirty="0" smtClean="0"/>
              <a:t>HOVER : </a:t>
            </a:r>
            <a:r>
              <a:rPr lang="ko-KR" altLang="en-US" dirty="0" smtClean="0"/>
              <a:t>마우스 올리면</a:t>
            </a:r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3"/>
            <a:r>
              <a:rPr lang="en-US" altLang="ko-KR" dirty="0"/>
              <a:t> </a:t>
            </a:r>
            <a:r>
              <a:rPr lang="en-US" altLang="ko-KR" dirty="0" smtClean="0"/>
              <a:t>                                                    b </a:t>
            </a:r>
            <a:r>
              <a:rPr lang="ko-KR" altLang="en-US" dirty="0" smtClean="0"/>
              <a:t>태그 영역에 마우스 올리면 </a:t>
            </a:r>
            <a:endParaRPr lang="en-US" altLang="ko-KR" dirty="0"/>
          </a:p>
          <a:p>
            <a:pPr lvl="3"/>
            <a:endParaRPr lang="en-US" altLang="ko-KR" dirty="0" smtClean="0"/>
          </a:p>
          <a:p>
            <a:pPr lvl="3"/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505" y="4157757"/>
            <a:ext cx="222885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488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선택자</a:t>
            </a:r>
            <a:r>
              <a:rPr lang="ko-KR" altLang="en-US" dirty="0" smtClean="0"/>
              <a:t> 조합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선택자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lvl="2"/>
            <a:r>
              <a:rPr lang="en-US" altLang="ko-KR" dirty="0"/>
              <a:t> 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 smtClean="0"/>
              <a:t>선택자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클래스명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 </a:t>
            </a:r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 smtClean="0"/>
              <a:t>선택자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lvl="2"/>
            <a:r>
              <a:rPr lang="en-US" altLang="ko-KR" dirty="0"/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20888"/>
            <a:ext cx="151447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00300"/>
            <a:ext cx="2209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액자 3"/>
          <p:cNvSpPr/>
          <p:nvPr/>
        </p:nvSpPr>
        <p:spPr>
          <a:xfrm>
            <a:off x="1907704" y="2618982"/>
            <a:ext cx="1082427" cy="28803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6147" idx="1"/>
          </p:cNvCxnSpPr>
          <p:nvPr/>
        </p:nvCxnSpPr>
        <p:spPr>
          <a:xfrm flipH="1">
            <a:off x="3022216" y="2743200"/>
            <a:ext cx="1549784" cy="1979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139" y="4149080"/>
            <a:ext cx="24669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733" y="4020492"/>
            <a:ext cx="22860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액자 10"/>
          <p:cNvSpPr/>
          <p:nvPr/>
        </p:nvSpPr>
        <p:spPr>
          <a:xfrm>
            <a:off x="1486907" y="4122185"/>
            <a:ext cx="2450207" cy="28803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>
            <a:stCxn id="6149" idx="1"/>
          </p:cNvCxnSpPr>
          <p:nvPr/>
        </p:nvCxnSpPr>
        <p:spPr>
          <a:xfrm flipH="1" flipV="1">
            <a:off x="3937114" y="4266201"/>
            <a:ext cx="660619" cy="10671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969" y="5481084"/>
            <a:ext cx="11525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385834"/>
            <a:ext cx="221932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액자 18"/>
          <p:cNvSpPr/>
          <p:nvPr/>
        </p:nvSpPr>
        <p:spPr>
          <a:xfrm>
            <a:off x="1458851" y="5438713"/>
            <a:ext cx="1253159" cy="52758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/>
          <p:cNvCxnSpPr>
            <a:stCxn id="6151" idx="1"/>
          </p:cNvCxnSpPr>
          <p:nvPr/>
        </p:nvCxnSpPr>
        <p:spPr>
          <a:xfrm flipH="1" flipV="1">
            <a:off x="2720684" y="5702507"/>
            <a:ext cx="1851316" cy="1670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35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947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background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13677"/>
              </p:ext>
            </p:extLst>
          </p:nvPr>
        </p:nvGraphicFramePr>
        <p:xfrm>
          <a:off x="251520" y="1772816"/>
          <a:ext cx="7920879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3"/>
                <a:gridCol w="2640293"/>
                <a:gridCol w="264029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background-attachment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페이지 스크롤 시 배경 이미지 고정 여부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scroll,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fixed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background-color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배경색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#RRGGBB,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red,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transparent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background-images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배경 이미지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url</a:t>
                      </a:r>
                      <a:r>
                        <a:rPr lang="en-US" altLang="ko-KR" dirty="0" smtClean="0"/>
                        <a:t>(URL)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background-position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배경 이미지 시작점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top left, top center, …,</a:t>
                      </a:r>
                      <a:r>
                        <a:rPr lang="en-US" altLang="ko-KR" baseline="0" dirty="0" smtClean="0"/>
                        <a:t> x% y%, x</a:t>
                      </a:r>
                      <a:r>
                        <a:rPr lang="ko-KR" altLang="en-US" baseline="0" dirty="0" smtClean="0"/>
                        <a:t>값</a:t>
                      </a:r>
                      <a:r>
                        <a:rPr lang="en-US" altLang="ko-KR" baseline="0" dirty="0" smtClean="0"/>
                        <a:t> y</a:t>
                      </a:r>
                      <a:r>
                        <a:rPr lang="ko-KR" altLang="en-US" baseline="0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background-repeat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배경 이미지 반복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repeat, repeat-x,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repeat-y,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no-repeat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background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위에 것들 한번에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28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border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39700"/>
              </p:ext>
            </p:extLst>
          </p:nvPr>
        </p:nvGraphicFramePr>
        <p:xfrm>
          <a:off x="251520" y="1772816"/>
          <a:ext cx="792087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3"/>
                <a:gridCol w="2472275"/>
                <a:gridCol w="280831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border-bottom-color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아래쪽 테두리 색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#RRGGBB, red,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transparent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border-bottom-style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아래쪽 테두리 스타일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solid, double, dashed, dotted, inset, outset, ridge, groove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border-bottom-width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아래쪽 테두리 너비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thin, medium, thick, </a:t>
                      </a:r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border-bottom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위에 것들 한번에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border-color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모든 테두리 색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border-style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모든 테두리 스타일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border-width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모든 테두리 너비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border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099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font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499310"/>
              </p:ext>
            </p:extLst>
          </p:nvPr>
        </p:nvGraphicFramePr>
        <p:xfrm>
          <a:off x="251520" y="2204864"/>
          <a:ext cx="7920879" cy="3456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3"/>
                <a:gridCol w="1968219"/>
                <a:gridCol w="3312367"/>
              </a:tblGrid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font-family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글꼴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font-size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크기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xx-small, x-small, …, </a:t>
                      </a:r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font-stretch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장평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</a:t>
                      </a:r>
                      <a:r>
                        <a:rPr lang="en-US" altLang="ko-KR" baseline="0" dirty="0" smtClean="0"/>
                        <a:t> wider, narrower, …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font-style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기울임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 italic, oblique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font-weight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두께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 bold, …, 100, 200, …,</a:t>
                      </a:r>
                      <a:r>
                        <a:rPr lang="en-US" altLang="ko-KR" baseline="0" dirty="0" smtClean="0"/>
                        <a:t> 900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font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다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27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text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724082"/>
              </p:ext>
            </p:extLst>
          </p:nvPr>
        </p:nvGraphicFramePr>
        <p:xfrm>
          <a:off x="107504" y="1484784"/>
          <a:ext cx="792087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3"/>
                <a:gridCol w="2640293"/>
                <a:gridCol w="264029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color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글자 색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#RRGGBB, red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direction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글자 방향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ltr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err="1" smtClean="0"/>
                        <a:t>rtl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line-height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줄간격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 </a:t>
                      </a:r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letter-spacing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자간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 </a:t>
                      </a:r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text-align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정렬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left, right,</a:t>
                      </a:r>
                      <a:r>
                        <a:rPr lang="en-US" altLang="ko-KR" baseline="0" dirty="0" smtClean="0"/>
                        <a:t> center, justify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text-decoration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none, underline, </a:t>
                      </a:r>
                      <a:r>
                        <a:rPr lang="en-US" altLang="ko-KR" dirty="0" err="1" smtClean="0"/>
                        <a:t>overline</a:t>
                      </a:r>
                      <a:r>
                        <a:rPr lang="en-US" altLang="ko-KR" dirty="0" smtClean="0"/>
                        <a:t>,</a:t>
                      </a:r>
                    </a:p>
                    <a:p>
                      <a:pPr latinLnBrk="1"/>
                      <a:r>
                        <a:rPr lang="en-US" altLang="ko-KR" dirty="0" smtClean="0"/>
                        <a:t> line-through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text-indent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들여쓰기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text-shadow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그림자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색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사이즈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text-transform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대소문자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none, capitalize,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uppercase,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dirty="0" smtClean="0"/>
                        <a:t>lowercase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word-spacing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단어 사이 간격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normal,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dirty="0" smtClean="0"/>
                        <a:t>값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22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여백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96676"/>
              </p:ext>
            </p:extLst>
          </p:nvPr>
        </p:nvGraphicFramePr>
        <p:xfrm>
          <a:off x="251520" y="2204864"/>
          <a:ext cx="5184576" cy="3456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/>
                <a:gridCol w="1584176"/>
                <a:gridCol w="1728192"/>
              </a:tblGrid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margin-bottom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아래쪽 마진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margin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마진 전부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padding-bottom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아래쪽 </a:t>
                      </a:r>
                      <a:r>
                        <a:rPr lang="ko-KR" altLang="en-US" dirty="0" err="1" smtClean="0"/>
                        <a:t>패딩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…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93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padding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패딩</a:t>
                      </a:r>
                      <a:r>
                        <a:rPr lang="ko-KR" altLang="en-US" dirty="0" smtClean="0"/>
                        <a:t> 전부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3"/>
          <p:cNvSpPr/>
          <p:nvPr/>
        </p:nvSpPr>
        <p:spPr>
          <a:xfrm>
            <a:off x="5538479" y="2679517"/>
            <a:ext cx="2692163" cy="2693699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margin</a:t>
            </a:r>
            <a:endParaRPr lang="en-US" dirty="0"/>
          </a:p>
        </p:txBody>
      </p:sp>
      <p:sp>
        <p:nvSpPr>
          <p:cNvPr id="6" name="Rectangle 4"/>
          <p:cNvSpPr/>
          <p:nvPr/>
        </p:nvSpPr>
        <p:spPr>
          <a:xfrm>
            <a:off x="5670938" y="2809093"/>
            <a:ext cx="2427243" cy="227609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border</a:t>
            </a:r>
            <a:endParaRPr lang="en-US" dirty="0"/>
          </a:p>
        </p:txBody>
      </p:sp>
      <p:sp>
        <p:nvSpPr>
          <p:cNvPr id="7" name="Rectangle 5"/>
          <p:cNvSpPr/>
          <p:nvPr/>
        </p:nvSpPr>
        <p:spPr>
          <a:xfrm>
            <a:off x="5806978" y="2904567"/>
            <a:ext cx="2155163" cy="1856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padding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5968077" y="3140968"/>
            <a:ext cx="1832963" cy="137276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/>
              <a:t>내용물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2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속성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위치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913602"/>
              </p:ext>
            </p:extLst>
          </p:nvPr>
        </p:nvGraphicFramePr>
        <p:xfrm>
          <a:off x="107504" y="1484784"/>
          <a:ext cx="7920879" cy="2664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3"/>
                <a:gridCol w="2640293"/>
                <a:gridCol w="2640293"/>
              </a:tblGrid>
              <a:tr h="5328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속성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값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position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위치 지정 방식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absolute, relative, static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x</a:t>
                      </a:r>
                      <a:r>
                        <a:rPr lang="ko-KR" altLang="en-US" dirty="0" smtClean="0"/>
                        <a:t>좌표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top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y</a:t>
                      </a:r>
                      <a:r>
                        <a:rPr lang="ko-KR" altLang="en-US" dirty="0" smtClean="0"/>
                        <a:t>좌표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z-index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z</a:t>
                      </a:r>
                      <a:r>
                        <a:rPr lang="ko-KR" altLang="en-US" dirty="0" smtClean="0"/>
                        <a:t>값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높은 객체가 위로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178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근접">
  <a:themeElements>
    <a:clrScheme name="사용자 지정 32">
      <a:dk1>
        <a:srgbClr val="2F2B20"/>
      </a:dk1>
      <a:lt1>
        <a:srgbClr val="FFFFFF"/>
      </a:lt1>
      <a:dk2>
        <a:srgbClr val="008239"/>
      </a:dk2>
      <a:lt2>
        <a:srgbClr val="DFDCB7"/>
      </a:lt2>
      <a:accent1>
        <a:srgbClr val="92D050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근접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671</TotalTime>
  <Words>426</Words>
  <Application>Microsoft Office PowerPoint</Application>
  <PresentationFormat>화면 슬라이드 쇼(4:3)</PresentationFormat>
  <Paragraphs>224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근접</vt:lpstr>
      <vt:lpstr>CSS</vt:lpstr>
      <vt:lpstr>개요</vt:lpstr>
      <vt:lpstr>CSS?</vt:lpstr>
      <vt:lpstr>PowerPoint 프레젠테이션</vt:lpstr>
      <vt:lpstr>문법</vt:lpstr>
      <vt:lpstr>선택자</vt:lpstr>
      <vt:lpstr>PowerPoint 프레젠테이션</vt:lpstr>
      <vt:lpstr>PowerPoint 프레젠테이션</vt:lpstr>
      <vt:lpstr>PowerPoint 프레젠테이션</vt:lpstr>
      <vt:lpstr>주요 속성</vt:lpstr>
      <vt:lpstr>주요 속성 - background</vt:lpstr>
      <vt:lpstr>주요 속성 - border</vt:lpstr>
      <vt:lpstr>주요 속성 - font</vt:lpstr>
      <vt:lpstr>주요 속성 - text</vt:lpstr>
      <vt:lpstr>주요 속성 - 여백</vt:lpstr>
      <vt:lpstr>주요 속성 - 위치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</dc:title>
  <dc:creator>권기웅</dc:creator>
  <cp:lastModifiedBy>권기웅</cp:lastModifiedBy>
  <cp:revision>47</cp:revision>
  <dcterms:created xsi:type="dcterms:W3CDTF">2013-03-07T06:21:35Z</dcterms:created>
  <dcterms:modified xsi:type="dcterms:W3CDTF">2013-03-11T07:52:16Z</dcterms:modified>
</cp:coreProperties>
</file>