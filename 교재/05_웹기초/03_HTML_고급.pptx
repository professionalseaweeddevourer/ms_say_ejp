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HTML</a:t>
            </a:r>
            <a:endParaRPr lang="ko-KR" altLang="en-US" dirty="0"/>
          </a:p>
        </p:txBody>
      </p:sp>
      <p:sp>
        <p:nvSpPr>
          <p:cNvPr id="3" name="부제목 4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/>
          <a:lstStyle/>
          <a:p>
            <a:r>
              <a:rPr lang="ko-KR" altLang="en-US" dirty="0" smtClean="0"/>
              <a:t>고</a:t>
            </a:r>
            <a:r>
              <a:rPr lang="ko-KR" altLang="en-US" dirty="0"/>
              <a:t>급</a:t>
            </a:r>
          </a:p>
        </p:txBody>
      </p:sp>
    </p:spTree>
    <p:extLst>
      <p:ext uri="{BB962C8B-B14F-4D97-AF65-F5344CB8AC3E}">
        <p14:creationId xmlns:p14="http://schemas.microsoft.com/office/powerpoint/2010/main" val="3526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하이퍼링크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25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하이퍼링크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하이퍼텍스트 문서 내의 </a:t>
            </a:r>
            <a:r>
              <a:rPr lang="ko-KR" altLang="en-US" dirty="0" smtClean="0"/>
              <a:t>어떤 위치나 다른 </a:t>
            </a:r>
            <a:r>
              <a:rPr lang="ko-KR" altLang="en-US" dirty="0"/>
              <a:t>하이퍼텍스트 </a:t>
            </a:r>
            <a:r>
              <a:rPr lang="ko-KR" altLang="en-US" dirty="0" smtClean="0"/>
              <a:t>문서와의 연결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&lt;a&gt;&lt;/a&gt;</a:t>
            </a:r>
          </a:p>
          <a:p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111874"/>
            <a:ext cx="51339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869160"/>
            <a:ext cx="3504149" cy="141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378" y="4869160"/>
            <a:ext cx="3504149" cy="141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직선 화살표 연결선 8"/>
          <p:cNvCxnSpPr>
            <a:endCxn id="1028" idx="1"/>
          </p:cNvCxnSpPr>
          <p:nvPr/>
        </p:nvCxnSpPr>
        <p:spPr>
          <a:xfrm>
            <a:off x="539552" y="5301208"/>
            <a:ext cx="4115826" cy="27623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04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구역 이동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문서 내의 특정 부분으로 이동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이동할 부분에서 구역 이름 정의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링크 만들기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sz="2000" dirty="0" smtClean="0"/>
              <a:t>                                                  </a:t>
            </a:r>
          </a:p>
          <a:p>
            <a:pPr lvl="1"/>
            <a:r>
              <a:rPr lang="en-US" altLang="ko-KR" dirty="0" smtClean="0"/>
              <a:t> </a:t>
            </a:r>
            <a:r>
              <a:rPr lang="ko-KR" altLang="en-US" dirty="0" smtClean="0"/>
              <a:t>다른 문서의 특정 부분으로 이동 하는 것도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>
                <a:solidFill>
                  <a:schemeClr val="tx2"/>
                </a:solidFill>
              </a:rPr>
              <a:t>#top</a:t>
            </a:r>
            <a:r>
              <a:rPr lang="ko-KR" altLang="en-US" dirty="0" smtClean="0"/>
              <a:t>은 미리 정의 되어 있음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021" y="2379737"/>
            <a:ext cx="24288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021" y="3104029"/>
            <a:ext cx="29337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71" y="3933056"/>
            <a:ext cx="32575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295650"/>
            <a:ext cx="2743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004211"/>
            <a:ext cx="2743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866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180" y="3429000"/>
            <a:ext cx="4430869" cy="2876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68964"/>
            <a:ext cx="2232248" cy="5236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47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링크 색상 지정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</a:p>
          <a:p>
            <a:endParaRPr lang="en-US" altLang="ko-KR" dirty="0"/>
          </a:p>
          <a:p>
            <a:pPr lvl="1"/>
            <a:r>
              <a:rPr lang="en-US" altLang="ko-KR" dirty="0" smtClean="0"/>
              <a:t>link : </a:t>
            </a:r>
            <a:r>
              <a:rPr lang="ko-KR" altLang="en-US" dirty="0" smtClean="0"/>
              <a:t>기본 상태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vlink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방문한 적 있는 상태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alink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링크를 누르는 동안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47" y="1700808"/>
            <a:ext cx="55245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070" y="4797152"/>
            <a:ext cx="4397980" cy="153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8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타겟</a:t>
            </a:r>
            <a:r>
              <a:rPr lang="ko-KR" altLang="en-US" dirty="0" smtClean="0"/>
              <a:t> 지정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 </a:t>
            </a:r>
          </a:p>
          <a:p>
            <a:pPr lvl="1"/>
            <a:r>
              <a:rPr lang="en-US" altLang="ko-KR" dirty="0" smtClean="0"/>
              <a:t>_blank : </a:t>
            </a:r>
            <a:r>
              <a:rPr lang="ko-KR" altLang="en-US" dirty="0" smtClean="0"/>
              <a:t>새 창에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_top : </a:t>
            </a:r>
            <a:r>
              <a:rPr lang="ko-KR" altLang="en-US" dirty="0" smtClean="0"/>
              <a:t>프레임 셋 문서에서 최상위 윈도우에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_parent : </a:t>
            </a:r>
            <a:r>
              <a:rPr lang="ko-KR" altLang="en-US" dirty="0" smtClean="0"/>
              <a:t>프레임 셋 문서에서 부모 윈도우에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_self : </a:t>
            </a:r>
            <a:r>
              <a:rPr lang="ko-KR" altLang="en-US" dirty="0" smtClean="0"/>
              <a:t>현재 프레임에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프레임이름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해당 프레임 이름을 가진 프레임에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1673913"/>
            <a:ext cx="7200800" cy="267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71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테이</a:t>
            </a:r>
            <a:r>
              <a:rPr lang="ko-KR" altLang="en-US" dirty="0"/>
              <a:t>블</a:t>
            </a:r>
          </a:p>
        </p:txBody>
      </p:sp>
    </p:spTree>
    <p:extLst>
      <p:ext uri="{BB962C8B-B14F-4D97-AF65-F5344CB8AC3E}">
        <p14:creationId xmlns:p14="http://schemas.microsoft.com/office/powerpoint/2010/main" val="364787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테이블 기본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기본 생성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42195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175" y="4797152"/>
            <a:ext cx="4397980" cy="153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48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속성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/>
              <a:t>table&gt;, &lt;</a:t>
            </a:r>
            <a:r>
              <a:rPr lang="en-US" altLang="ko-KR" dirty="0" err="1"/>
              <a:t>tr</a:t>
            </a:r>
            <a:r>
              <a:rPr lang="en-US" altLang="ko-KR" dirty="0"/>
              <a:t>&gt;, &lt;td&gt; </a:t>
            </a:r>
            <a:r>
              <a:rPr lang="ko-KR" altLang="en-US" dirty="0"/>
              <a:t>모두에 적용할 수 있는 속성</a:t>
            </a:r>
          </a:p>
          <a:p>
            <a:pPr lvl="1"/>
            <a:r>
              <a:rPr lang="en-US" altLang="ko-KR" dirty="0"/>
              <a:t>width : </a:t>
            </a:r>
            <a:r>
              <a:rPr lang="ko-KR" altLang="en-US" dirty="0" smtClean="0"/>
              <a:t>너비</a:t>
            </a:r>
            <a:endParaRPr lang="ko-KR" altLang="en-US" dirty="0"/>
          </a:p>
          <a:p>
            <a:pPr lvl="1"/>
            <a:r>
              <a:rPr lang="en-US" altLang="ko-KR" dirty="0"/>
              <a:t>height : </a:t>
            </a:r>
            <a:r>
              <a:rPr lang="ko-KR" altLang="en-US" dirty="0" smtClean="0"/>
              <a:t>높이</a:t>
            </a:r>
            <a:endParaRPr lang="en-US" altLang="ko-KR" dirty="0"/>
          </a:p>
          <a:p>
            <a:pPr lvl="1"/>
            <a:r>
              <a:rPr lang="en-US" altLang="ko-KR" dirty="0" err="1"/>
              <a:t>bgcolor</a:t>
            </a:r>
            <a:r>
              <a:rPr lang="en-US" altLang="ko-KR" dirty="0"/>
              <a:t> : </a:t>
            </a:r>
            <a:r>
              <a:rPr lang="ko-KR" altLang="en-US" dirty="0" smtClean="0"/>
              <a:t>배경색</a:t>
            </a:r>
            <a:endParaRPr lang="en-US" altLang="ko-KR" dirty="0"/>
          </a:p>
          <a:p>
            <a:pPr lvl="1"/>
            <a:r>
              <a:rPr lang="en-US" altLang="ko-KR" dirty="0"/>
              <a:t>background : </a:t>
            </a:r>
            <a:r>
              <a:rPr lang="ko-KR" altLang="en-US" dirty="0" smtClean="0"/>
              <a:t>배경 그림</a:t>
            </a:r>
            <a:endParaRPr lang="ko-KR" altLang="en-US" dirty="0"/>
          </a:p>
          <a:p>
            <a:pPr lvl="1"/>
            <a:r>
              <a:rPr lang="en-US" altLang="ko-KR" dirty="0"/>
              <a:t>align : </a:t>
            </a:r>
            <a:r>
              <a:rPr lang="ko-KR" altLang="en-US" dirty="0" smtClean="0"/>
              <a:t>정렬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 smtClean="0"/>
              <a:t>&lt;table</a:t>
            </a:r>
            <a:r>
              <a:rPr lang="en-US" altLang="ko-KR" dirty="0"/>
              <a:t>&gt;</a:t>
            </a:r>
            <a:r>
              <a:rPr lang="ko-KR" altLang="en-US" dirty="0"/>
              <a:t>에만 적용되는 속성</a:t>
            </a:r>
          </a:p>
          <a:p>
            <a:pPr lvl="1"/>
            <a:r>
              <a:rPr lang="en-US" altLang="ko-KR" dirty="0"/>
              <a:t>border : </a:t>
            </a:r>
            <a:r>
              <a:rPr lang="ko-KR" altLang="en-US" dirty="0" smtClean="0"/>
              <a:t>테두리 두께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cellspacing</a:t>
            </a:r>
            <a:r>
              <a:rPr lang="en-US" altLang="ko-KR" dirty="0" smtClean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셀과 셀 </a:t>
            </a:r>
            <a:r>
              <a:rPr lang="ko-KR" altLang="en-US" dirty="0" smtClean="0"/>
              <a:t>간격</a:t>
            </a:r>
            <a:endParaRPr lang="ko-KR" altLang="en-US" dirty="0"/>
          </a:p>
          <a:p>
            <a:pPr lvl="1"/>
            <a:r>
              <a:rPr lang="en-US" altLang="ko-KR" dirty="0" err="1"/>
              <a:t>cellpadding</a:t>
            </a:r>
            <a:r>
              <a:rPr lang="en-US" altLang="ko-KR" dirty="0"/>
              <a:t> : </a:t>
            </a:r>
            <a:r>
              <a:rPr lang="ko-KR" altLang="en-US" dirty="0"/>
              <a:t>셀과 </a:t>
            </a:r>
            <a:r>
              <a:rPr lang="ko-KR" altLang="en-US" dirty="0" smtClean="0"/>
              <a:t>내용물과의 여백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170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tr</a:t>
            </a:r>
            <a:r>
              <a:rPr lang="en-US" altLang="ko-KR" dirty="0"/>
              <a:t>&gt;, &lt;td&gt; </a:t>
            </a:r>
            <a:r>
              <a:rPr lang="ko-KR" altLang="en-US" dirty="0"/>
              <a:t>에만 적용할 수 있는 속성</a:t>
            </a:r>
          </a:p>
          <a:p>
            <a:pPr lvl="1"/>
            <a:r>
              <a:rPr lang="en-US" altLang="ko-KR" dirty="0" err="1"/>
              <a:t>colspan</a:t>
            </a:r>
            <a:r>
              <a:rPr lang="en-US" altLang="ko-KR" dirty="0"/>
              <a:t> : </a:t>
            </a:r>
            <a:r>
              <a:rPr lang="ko-KR" altLang="en-US" dirty="0" smtClean="0"/>
              <a:t>칸을 </a:t>
            </a:r>
            <a:r>
              <a:rPr lang="ko-KR" altLang="en-US" dirty="0"/>
              <a:t>합쳐주는 속성</a:t>
            </a:r>
            <a:r>
              <a:rPr lang="en-US" altLang="ko-KR" dirty="0"/>
              <a:t>, </a:t>
            </a:r>
            <a:r>
              <a:rPr lang="ko-KR" altLang="en-US" dirty="0"/>
              <a:t>값으로 합칠 칸 수를 지정</a:t>
            </a:r>
          </a:p>
          <a:p>
            <a:pPr lvl="1"/>
            <a:r>
              <a:rPr lang="en-US" altLang="ko-KR" dirty="0" err="1"/>
              <a:t>rowspan</a:t>
            </a:r>
            <a:r>
              <a:rPr lang="en-US" altLang="ko-KR" dirty="0"/>
              <a:t> : </a:t>
            </a:r>
            <a:r>
              <a:rPr lang="ko-KR" altLang="en-US" dirty="0" smtClean="0"/>
              <a:t>줄을 </a:t>
            </a:r>
            <a:r>
              <a:rPr lang="ko-KR" altLang="en-US" dirty="0"/>
              <a:t>합쳐주는 속성</a:t>
            </a:r>
            <a:r>
              <a:rPr lang="en-US" altLang="ko-KR" dirty="0"/>
              <a:t>, </a:t>
            </a:r>
            <a:r>
              <a:rPr lang="ko-KR" altLang="en-US" dirty="0"/>
              <a:t>값으로 합칠 줄 수를 지정</a:t>
            </a:r>
          </a:p>
          <a:p>
            <a:pPr lvl="1"/>
            <a:r>
              <a:rPr lang="en-US" altLang="ko-KR" dirty="0"/>
              <a:t>align : </a:t>
            </a:r>
            <a:r>
              <a:rPr lang="ko-KR" altLang="en-US" dirty="0"/>
              <a:t>셀 안의 </a:t>
            </a:r>
            <a:r>
              <a:rPr lang="ko-KR" altLang="en-US" dirty="0" smtClean="0"/>
              <a:t>내용 </a:t>
            </a:r>
            <a:r>
              <a:rPr lang="ko-KR" altLang="en-US" dirty="0"/>
              <a:t>수평 정렬</a:t>
            </a:r>
            <a:r>
              <a:rPr lang="en-US" altLang="ko-KR" dirty="0"/>
              <a:t>, </a:t>
            </a:r>
            <a:r>
              <a:rPr lang="ko-KR" altLang="en-US" dirty="0"/>
              <a:t>값으로 </a:t>
            </a:r>
            <a:r>
              <a:rPr lang="en-US" altLang="ko-KR" dirty="0"/>
              <a:t>left, right, center</a:t>
            </a:r>
          </a:p>
          <a:p>
            <a:pPr lvl="1"/>
            <a:r>
              <a:rPr lang="en-US" altLang="ko-KR" dirty="0" err="1"/>
              <a:t>valign</a:t>
            </a:r>
            <a:r>
              <a:rPr lang="en-US" altLang="ko-KR" dirty="0"/>
              <a:t> : </a:t>
            </a:r>
            <a:r>
              <a:rPr lang="ko-KR" altLang="en-US" dirty="0"/>
              <a:t>셀 안의 </a:t>
            </a:r>
            <a:r>
              <a:rPr lang="ko-KR" altLang="en-US" dirty="0" smtClean="0"/>
              <a:t>내용 </a:t>
            </a:r>
            <a:r>
              <a:rPr lang="ko-KR" altLang="en-US" dirty="0"/>
              <a:t>수직 정렬</a:t>
            </a:r>
            <a:r>
              <a:rPr lang="en-US" altLang="ko-KR" dirty="0"/>
              <a:t>, </a:t>
            </a:r>
            <a:r>
              <a:rPr lang="ko-KR" altLang="en-US" dirty="0"/>
              <a:t>값으로 </a:t>
            </a:r>
            <a:r>
              <a:rPr lang="en-US" altLang="ko-KR" dirty="0"/>
              <a:t>top, middle, bottom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73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/>
          <a:lstStyle/>
          <a:p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크</a:t>
            </a:r>
            <a:r>
              <a:rPr lang="ko-KR" altLang="en-US" dirty="0"/>
              <a:t>기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556260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798" y="4653136"/>
            <a:ext cx="4675243" cy="163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31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간</a:t>
            </a:r>
            <a:r>
              <a:rPr lang="ko-KR" altLang="en-US" dirty="0"/>
              <a:t>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55" y="1709539"/>
            <a:ext cx="3344813" cy="176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022758"/>
            <a:ext cx="3485034" cy="1406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55" y="4103967"/>
            <a:ext cx="3292603" cy="176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083" y="4509120"/>
            <a:ext cx="3490137" cy="1555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1751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셀 합치기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78080"/>
            <a:ext cx="3609975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419" y="4365104"/>
            <a:ext cx="4298101" cy="191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632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제목 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캡</a:t>
            </a:r>
            <a:r>
              <a:rPr lang="ko-KR" altLang="en-US" dirty="0"/>
              <a:t>션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473392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764" y="4221088"/>
            <a:ext cx="4621286" cy="205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77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프레임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7600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프레임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화면을 분할해서 각기 다른 웹 문서를 사용할 수 있도록 하는 기능</a:t>
            </a:r>
          </a:p>
          <a:p>
            <a:endParaRPr lang="en-US" altLang="ko-KR" dirty="0" smtClean="0"/>
          </a:p>
          <a:p>
            <a:r>
              <a:rPr lang="ko-KR" altLang="en-US" sz="1800" dirty="0" err="1" smtClean="0"/>
              <a:t>프레임셋을</a:t>
            </a:r>
            <a:r>
              <a:rPr lang="ko-KR" altLang="en-US" sz="1800" dirty="0" smtClean="0"/>
              <a:t> 정의한 문서 </a:t>
            </a:r>
            <a:r>
              <a:rPr lang="en-US" altLang="ko-KR" sz="1800" dirty="0" smtClean="0"/>
              <a:t>+ </a:t>
            </a:r>
            <a:r>
              <a:rPr lang="ko-KR" altLang="en-US" sz="1800" dirty="0" smtClean="0"/>
              <a:t>프레임의 내용이 될 문서로 구성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0693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프레임셋</a:t>
            </a:r>
            <a:r>
              <a:rPr lang="ko-KR" altLang="en-US" dirty="0" smtClean="0"/>
              <a:t> 정</a:t>
            </a:r>
            <a:r>
              <a:rPr lang="ko-KR" altLang="en-US" dirty="0"/>
              <a:t>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&lt;body&gt;</a:t>
            </a:r>
            <a:r>
              <a:rPr lang="ko-KR" altLang="en-US" dirty="0" smtClean="0"/>
              <a:t>사용하지 않음</a:t>
            </a:r>
            <a:endParaRPr lang="en-US" altLang="ko-KR" dirty="0" smtClean="0"/>
          </a:p>
          <a:p>
            <a:r>
              <a:rPr lang="en-US" altLang="ko-KR" dirty="0" smtClean="0"/>
              <a:t>&lt;frameset&gt;</a:t>
            </a:r>
            <a:r>
              <a:rPr lang="ko-KR" altLang="en-US" dirty="0" smtClean="0"/>
              <a:t>사용하여 구조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크기 정의</a:t>
            </a:r>
            <a:endParaRPr lang="en-US" altLang="ko-KR" dirty="0" smtClean="0"/>
          </a:p>
          <a:p>
            <a:r>
              <a:rPr lang="en-US" altLang="ko-KR" dirty="0" smtClean="0"/>
              <a:t>&lt;frame&gt;</a:t>
            </a:r>
            <a:r>
              <a:rPr lang="ko-KR" altLang="en-US" dirty="0" smtClean="0"/>
              <a:t>태그의 </a:t>
            </a:r>
            <a:r>
              <a:rPr lang="en-US" altLang="ko-KR" dirty="0" err="1" smtClean="0"/>
              <a:t>src</a:t>
            </a:r>
            <a:r>
              <a:rPr lang="ko-KR" altLang="en-US" dirty="0" smtClean="0"/>
              <a:t>속성으로 내용물 넣음</a:t>
            </a:r>
            <a:endParaRPr lang="en-US" altLang="ko-K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76" y="1700808"/>
            <a:ext cx="2952328" cy="195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76" y="2420887"/>
            <a:ext cx="3936898" cy="175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428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속성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&lt;frameset&gt;</a:t>
            </a:r>
            <a:endParaRPr lang="en-US" altLang="ko-KR" dirty="0"/>
          </a:p>
          <a:p>
            <a:pPr lvl="1"/>
            <a:r>
              <a:rPr lang="en-US" altLang="ko-KR" dirty="0"/>
              <a:t>rows </a:t>
            </a:r>
            <a:r>
              <a:rPr lang="en-US" altLang="ko-KR" dirty="0" smtClean="0"/>
              <a:t>= </a:t>
            </a:r>
            <a:r>
              <a:rPr lang="en-US" altLang="ko-KR" dirty="0" smtClean="0">
                <a:solidFill>
                  <a:schemeClr val="tx2"/>
                </a:solidFill>
              </a:rPr>
              <a:t>“</a:t>
            </a:r>
            <a:r>
              <a:rPr lang="ko-KR" altLang="en-US" dirty="0" smtClean="0">
                <a:solidFill>
                  <a:schemeClr val="tx2"/>
                </a:solidFill>
              </a:rPr>
              <a:t>값</a:t>
            </a:r>
            <a:r>
              <a:rPr lang="en-US" altLang="ko-KR" dirty="0" smtClean="0">
                <a:solidFill>
                  <a:schemeClr val="tx2"/>
                </a:solidFill>
              </a:rPr>
              <a:t>”</a:t>
            </a:r>
            <a:r>
              <a:rPr lang="en-US" altLang="ko-KR" dirty="0" smtClean="0"/>
              <a:t> : </a:t>
            </a:r>
            <a:r>
              <a:rPr lang="ko-KR" altLang="en-US" dirty="0"/>
              <a:t>프레임을 상하로 분할</a:t>
            </a:r>
            <a:r>
              <a:rPr lang="en-US" altLang="ko-KR" dirty="0"/>
              <a:t>, </a:t>
            </a:r>
            <a:r>
              <a:rPr lang="ko-KR" altLang="en-US" dirty="0"/>
              <a:t>값에는 픽셀 혹은 분할 </a:t>
            </a:r>
            <a:r>
              <a:rPr lang="en-US" altLang="ko-KR" dirty="0"/>
              <a:t>%</a:t>
            </a:r>
            <a:r>
              <a:rPr lang="ko-KR" altLang="en-US" dirty="0"/>
              <a:t>값 사용</a:t>
            </a:r>
          </a:p>
          <a:p>
            <a:pPr lvl="1"/>
            <a:r>
              <a:rPr lang="en-US" altLang="ko-KR" dirty="0"/>
              <a:t>cols </a:t>
            </a:r>
            <a:r>
              <a:rPr lang="en-US" altLang="ko-KR" dirty="0" smtClean="0"/>
              <a:t>= </a:t>
            </a:r>
            <a:r>
              <a:rPr lang="en-US" altLang="ko-KR" dirty="0" smtClean="0">
                <a:solidFill>
                  <a:schemeClr val="tx2"/>
                </a:solidFill>
              </a:rPr>
              <a:t>“</a:t>
            </a:r>
            <a:r>
              <a:rPr lang="ko-KR" altLang="en-US" dirty="0" smtClean="0">
                <a:solidFill>
                  <a:schemeClr val="tx2"/>
                </a:solidFill>
              </a:rPr>
              <a:t>값</a:t>
            </a:r>
            <a:r>
              <a:rPr lang="en-US" altLang="ko-KR" dirty="0" smtClean="0">
                <a:solidFill>
                  <a:schemeClr val="tx2"/>
                </a:solidFill>
              </a:rPr>
              <a:t>”</a:t>
            </a:r>
            <a:r>
              <a:rPr lang="en-US" altLang="ko-KR" dirty="0" smtClean="0"/>
              <a:t> : </a:t>
            </a:r>
            <a:r>
              <a:rPr lang="ko-KR" altLang="en-US" dirty="0"/>
              <a:t>프레임을 좌우로 분할</a:t>
            </a:r>
            <a:r>
              <a:rPr lang="en-US" altLang="ko-KR" dirty="0"/>
              <a:t>, </a:t>
            </a:r>
            <a:r>
              <a:rPr lang="ko-KR" altLang="en-US" dirty="0"/>
              <a:t>값에는 픽셀 값 혹은 분할 </a:t>
            </a:r>
            <a:r>
              <a:rPr lang="en-US" altLang="ko-KR" dirty="0"/>
              <a:t>%</a:t>
            </a:r>
            <a:r>
              <a:rPr lang="ko-KR" altLang="en-US" dirty="0"/>
              <a:t>값 사용</a:t>
            </a:r>
          </a:p>
          <a:p>
            <a:pPr lvl="1"/>
            <a:r>
              <a:rPr lang="en-US" altLang="ko-KR" dirty="0" smtClean="0"/>
              <a:t>border = </a:t>
            </a:r>
            <a:r>
              <a:rPr lang="en-US" altLang="ko-KR" dirty="0" smtClean="0">
                <a:solidFill>
                  <a:schemeClr val="tx2"/>
                </a:solidFill>
              </a:rPr>
              <a:t>“</a:t>
            </a:r>
            <a:r>
              <a:rPr lang="ko-KR" altLang="en-US" dirty="0">
                <a:solidFill>
                  <a:schemeClr val="tx2"/>
                </a:solidFill>
              </a:rPr>
              <a:t>값”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프레임의 테두리 두께 설정</a:t>
            </a:r>
            <a:r>
              <a:rPr lang="en-US" altLang="ko-KR" dirty="0"/>
              <a:t>, </a:t>
            </a:r>
            <a:r>
              <a:rPr lang="ko-KR" altLang="en-US" dirty="0"/>
              <a:t>픽셀 </a:t>
            </a:r>
            <a:r>
              <a:rPr lang="ko-KR" altLang="en-US" dirty="0" smtClean="0"/>
              <a:t>단위</a:t>
            </a:r>
            <a:endParaRPr lang="en-US" altLang="ko-KR" dirty="0" smtClean="0"/>
          </a:p>
          <a:p>
            <a:pPr lvl="1"/>
            <a:endParaRPr lang="ko-KR" altLang="en-US" dirty="0"/>
          </a:p>
          <a:p>
            <a:r>
              <a:rPr lang="en-US" altLang="ko-KR" dirty="0" smtClean="0"/>
              <a:t>&lt;frame&gt;</a:t>
            </a:r>
            <a:endParaRPr lang="en-US" altLang="ko-KR" dirty="0"/>
          </a:p>
          <a:p>
            <a:pPr lvl="1"/>
            <a:r>
              <a:rPr lang="en-US" altLang="ko-KR" dirty="0" err="1" smtClean="0"/>
              <a:t>src</a:t>
            </a:r>
            <a:r>
              <a:rPr lang="en-US" altLang="ko-KR" dirty="0" smtClean="0"/>
              <a:t> = </a:t>
            </a:r>
            <a:r>
              <a:rPr lang="en-US" altLang="ko-KR" dirty="0" smtClean="0">
                <a:solidFill>
                  <a:schemeClr val="tx2"/>
                </a:solidFill>
              </a:rPr>
              <a:t>“URL”</a:t>
            </a:r>
            <a:r>
              <a:rPr lang="ko-KR" altLang="en-US" dirty="0" smtClean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해당 프레임이 참조할 </a:t>
            </a:r>
            <a:r>
              <a:rPr lang="ko-KR" altLang="en-US" dirty="0" smtClean="0"/>
              <a:t>파일 경로</a:t>
            </a:r>
            <a:endParaRPr lang="ko-KR" altLang="en-US" dirty="0"/>
          </a:p>
          <a:p>
            <a:pPr lvl="1"/>
            <a:r>
              <a:rPr lang="en-US" altLang="ko-KR" dirty="0" smtClean="0"/>
              <a:t>scrolling = </a:t>
            </a:r>
            <a:r>
              <a:rPr lang="en-US" altLang="ko-KR" dirty="0" smtClean="0">
                <a:solidFill>
                  <a:schemeClr val="tx2"/>
                </a:solidFill>
              </a:rPr>
              <a:t>“</a:t>
            </a:r>
            <a:r>
              <a:rPr lang="ko-KR" altLang="en-US" dirty="0" smtClean="0">
                <a:solidFill>
                  <a:schemeClr val="tx2"/>
                </a:solidFill>
              </a:rPr>
              <a:t>값</a:t>
            </a:r>
            <a:r>
              <a:rPr lang="en-US" altLang="ko-KR" dirty="0" smtClean="0">
                <a:solidFill>
                  <a:schemeClr val="tx2"/>
                </a:solidFill>
              </a:rPr>
              <a:t>”</a:t>
            </a:r>
            <a:r>
              <a:rPr lang="ko-KR" altLang="en-US" dirty="0" smtClean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프레임에 스크롤 </a:t>
            </a:r>
            <a:r>
              <a:rPr lang="ko-KR" altLang="en-US" dirty="0" smtClean="0"/>
              <a:t>바 유</a:t>
            </a:r>
            <a:r>
              <a:rPr lang="en-US" altLang="ko-KR" dirty="0" smtClean="0"/>
              <a:t>/</a:t>
            </a:r>
            <a:r>
              <a:rPr lang="ko-KR" altLang="en-US" dirty="0" smtClean="0"/>
              <a:t>무</a:t>
            </a:r>
            <a:endParaRPr lang="en-US" altLang="ko-KR" dirty="0" smtClean="0"/>
          </a:p>
          <a:p>
            <a:pPr lvl="2"/>
            <a:r>
              <a:rPr lang="en-US" altLang="ko-KR" dirty="0" smtClean="0">
                <a:solidFill>
                  <a:schemeClr val="tx2"/>
                </a:solidFill>
              </a:rPr>
              <a:t>yes</a:t>
            </a:r>
            <a:r>
              <a:rPr lang="en-US" altLang="ko-KR" dirty="0" smtClean="0"/>
              <a:t>, </a:t>
            </a:r>
            <a:r>
              <a:rPr lang="en-US" altLang="ko-KR" dirty="0" smtClean="0">
                <a:solidFill>
                  <a:schemeClr val="tx2"/>
                </a:solidFill>
              </a:rPr>
              <a:t>no</a:t>
            </a:r>
            <a:r>
              <a:rPr lang="en-US" altLang="ko-KR" dirty="0" smtClean="0"/>
              <a:t>, </a:t>
            </a:r>
            <a:r>
              <a:rPr lang="en-US" altLang="ko-KR" dirty="0" smtClean="0">
                <a:solidFill>
                  <a:schemeClr val="tx2"/>
                </a:solidFill>
              </a:rPr>
              <a:t>auto</a:t>
            </a:r>
            <a:endParaRPr lang="en-US" altLang="ko-KR" dirty="0">
              <a:solidFill>
                <a:schemeClr val="tx2"/>
              </a:solidFill>
            </a:endParaRPr>
          </a:p>
          <a:p>
            <a:pPr lvl="1"/>
            <a:r>
              <a:rPr lang="en-US" altLang="ko-KR" dirty="0" smtClean="0"/>
              <a:t>name = </a:t>
            </a:r>
            <a:r>
              <a:rPr lang="en-US" altLang="ko-KR" dirty="0" smtClean="0">
                <a:solidFill>
                  <a:schemeClr val="tx2"/>
                </a:solidFill>
              </a:rPr>
              <a:t>“</a:t>
            </a:r>
            <a:r>
              <a:rPr lang="ko-KR" altLang="en-US" dirty="0" smtClean="0">
                <a:solidFill>
                  <a:schemeClr val="tx2"/>
                </a:solidFill>
              </a:rPr>
              <a:t>이름</a:t>
            </a:r>
            <a:r>
              <a:rPr lang="en-US" altLang="ko-KR" dirty="0" smtClean="0">
                <a:solidFill>
                  <a:schemeClr val="tx2"/>
                </a:solidFill>
              </a:rPr>
              <a:t>”</a:t>
            </a:r>
            <a:r>
              <a:rPr lang="ko-KR" altLang="en-US" dirty="0" smtClean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프레임의 </a:t>
            </a:r>
            <a:r>
              <a:rPr lang="ko-KR" altLang="en-US" dirty="0" smtClean="0"/>
              <a:t>이름 </a:t>
            </a:r>
            <a:r>
              <a:rPr lang="ko-KR" altLang="en-US" dirty="0"/>
              <a:t>설정</a:t>
            </a:r>
          </a:p>
          <a:p>
            <a:pPr lvl="1"/>
            <a:r>
              <a:rPr lang="en-US" altLang="ko-KR" dirty="0" err="1"/>
              <a:t>noresize</a:t>
            </a:r>
            <a:r>
              <a:rPr lang="en-US" altLang="ko-KR" dirty="0"/>
              <a:t> : </a:t>
            </a:r>
            <a:r>
              <a:rPr lang="ko-KR" altLang="en-US" dirty="0"/>
              <a:t>프레임의 크기를 마우스로 변경 못하게 </a:t>
            </a:r>
            <a:r>
              <a:rPr lang="ko-KR" altLang="en-US" dirty="0" smtClean="0"/>
              <a:t>설정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205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프레임 활용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index.html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600075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3514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title.html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5095875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1204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menu.html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632460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570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laugh1.html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367665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212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laugh2.html</a:t>
            </a:r>
            <a:endParaRPr lang="ko-KR" altLang="en-US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44" y="1988840"/>
            <a:ext cx="363855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532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78111"/>
            <a:ext cx="5726422" cy="37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636912"/>
            <a:ext cx="5726422" cy="370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0418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입력 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00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폼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요청 방식으로는 </a:t>
            </a:r>
            <a:r>
              <a:rPr lang="en-US" altLang="ko-KR" dirty="0" smtClean="0">
                <a:solidFill>
                  <a:schemeClr val="tx2"/>
                </a:solidFill>
              </a:rPr>
              <a:t>“get”</a:t>
            </a:r>
            <a:r>
              <a:rPr lang="en-US" altLang="ko-KR" dirty="0" smtClean="0"/>
              <a:t> or </a:t>
            </a:r>
            <a:r>
              <a:rPr lang="en-US" altLang="ko-KR" dirty="0" smtClean="0">
                <a:solidFill>
                  <a:schemeClr val="tx2"/>
                </a:solidFill>
              </a:rPr>
              <a:t>“post”</a:t>
            </a:r>
            <a:endParaRPr lang="ko-KR" altLang="en-US" dirty="0">
              <a:solidFill>
                <a:schemeClr val="tx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45148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8591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입력 필드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700809"/>
            <a:ext cx="4392488" cy="285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490" y="2961091"/>
            <a:ext cx="3441335" cy="335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9605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근접">
  <a:themeElements>
    <a:clrScheme name="사용자 지정 28">
      <a:dk1>
        <a:srgbClr val="2F2B20"/>
      </a:dk1>
      <a:lt1>
        <a:srgbClr val="FFFFFF"/>
      </a:lt1>
      <a:dk2>
        <a:srgbClr val="0070C0"/>
      </a:dk2>
      <a:lt2>
        <a:srgbClr val="DFDCB7"/>
      </a:lt2>
      <a:accent1>
        <a:srgbClr val="00B0F0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근접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559</TotalTime>
  <Words>383</Words>
  <Application>Microsoft Office PowerPoint</Application>
  <PresentationFormat>화면 슬라이드 쇼(4:3)</PresentationFormat>
  <Paragraphs>104</Paragraphs>
  <Slides>28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근접</vt:lpstr>
      <vt:lpstr>HTML</vt:lpstr>
      <vt:lpstr>하이퍼링크</vt:lpstr>
      <vt:lpstr>하이퍼링크</vt:lpstr>
      <vt:lpstr>구역 이동</vt:lpstr>
      <vt:lpstr>PowerPoint 프레젠테이션</vt:lpstr>
      <vt:lpstr>링크 색상 지정</vt:lpstr>
      <vt:lpstr>타겟 지정</vt:lpstr>
      <vt:lpstr>테이블</vt:lpstr>
      <vt:lpstr>테이블 기본</vt:lpstr>
      <vt:lpstr>속성</vt:lpstr>
      <vt:lpstr>PowerPoint 프레젠테이션</vt:lpstr>
      <vt:lpstr>크기</vt:lpstr>
      <vt:lpstr>간격</vt:lpstr>
      <vt:lpstr>셀 합치기</vt:lpstr>
      <vt:lpstr>기타</vt:lpstr>
      <vt:lpstr>프레임</vt:lpstr>
      <vt:lpstr>프레임</vt:lpstr>
      <vt:lpstr>프레임셋 정의</vt:lpstr>
      <vt:lpstr>속성</vt:lpstr>
      <vt:lpstr>프레임 활용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입력 폼</vt:lpstr>
      <vt:lpstr>폼</vt:lpstr>
      <vt:lpstr>입력 필드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</dc:title>
  <dc:creator>권기웅</dc:creator>
  <cp:lastModifiedBy>권기웅</cp:lastModifiedBy>
  <cp:revision>37</cp:revision>
  <dcterms:created xsi:type="dcterms:W3CDTF">2013-03-07T06:21:35Z</dcterms:created>
  <dcterms:modified xsi:type="dcterms:W3CDTF">2013-03-11T05:59:33Z</dcterms:modified>
</cp:coreProperties>
</file>