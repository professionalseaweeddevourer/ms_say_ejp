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>
                <a:solidFill>
                  <a:schemeClr val="tx2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9BB7082-63C1-4386-8883-08388B34AD4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D6EE5E4-295E-40F2-AD45-3475559A495C}" type="datetimeFigureOut">
              <a:rPr lang="ko-KR" altLang="en-US" smtClean="0"/>
              <a:t>2013-03-11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인터넷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3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 Address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IP </a:t>
            </a:r>
            <a:r>
              <a:rPr lang="ko-KR" altLang="en-US" dirty="0"/>
              <a:t>주소</a:t>
            </a:r>
            <a:r>
              <a:rPr lang="en-US" altLang="ko-KR" dirty="0"/>
              <a:t>(Internet Protocol Address)</a:t>
            </a:r>
          </a:p>
          <a:p>
            <a:pPr lvl="1"/>
            <a:r>
              <a:rPr lang="ko-KR" altLang="en-US" dirty="0" smtClean="0"/>
              <a:t>정의 </a:t>
            </a:r>
            <a:r>
              <a:rPr lang="ko-KR" altLang="en-US" dirty="0"/>
              <a:t>및 특징</a:t>
            </a:r>
          </a:p>
          <a:p>
            <a:pPr lvl="2"/>
            <a:r>
              <a:rPr lang="ko-KR" altLang="en-US" dirty="0"/>
              <a:t>컴퓨터들 간에 </a:t>
            </a:r>
            <a:r>
              <a:rPr lang="ko-KR" altLang="en-US" dirty="0" smtClean="0"/>
              <a:t>통신을 </a:t>
            </a:r>
            <a:r>
              <a:rPr lang="ko-KR" altLang="en-US" dirty="0"/>
              <a:t>할 경우 </a:t>
            </a:r>
            <a:r>
              <a:rPr lang="ko-KR" altLang="en-US" dirty="0" smtClean="0"/>
              <a:t>컴퓨터들을 </a:t>
            </a:r>
            <a:r>
              <a:rPr lang="ko-KR" altLang="en-US" dirty="0"/>
              <a:t>구별하기 위한 숫자 형태의 주소</a:t>
            </a:r>
          </a:p>
          <a:p>
            <a:pPr lvl="2"/>
            <a:r>
              <a:rPr lang="en-US" altLang="ko-KR" dirty="0"/>
              <a:t>IP </a:t>
            </a:r>
            <a:r>
              <a:rPr lang="ko-KR" altLang="en-US" dirty="0"/>
              <a:t>주소는 사람의 주민등록번호와 같은 역할</a:t>
            </a:r>
          </a:p>
          <a:p>
            <a:pPr lvl="2"/>
            <a:r>
              <a:rPr lang="ko-KR" altLang="en-US" dirty="0"/>
              <a:t>인터넷에 연결된 모든 컴퓨터에는 고유의 </a:t>
            </a:r>
            <a:r>
              <a:rPr lang="en-US" altLang="ko-KR" dirty="0"/>
              <a:t>IP </a:t>
            </a:r>
            <a:r>
              <a:rPr lang="ko-KR" altLang="en-US" dirty="0"/>
              <a:t>주소가 부여됨</a:t>
            </a:r>
          </a:p>
          <a:p>
            <a:pPr lvl="2"/>
            <a:r>
              <a:rPr lang="ko-KR" altLang="en-US" dirty="0"/>
              <a:t>숫자 세 자리씩 점</a:t>
            </a:r>
            <a:r>
              <a:rPr lang="en-US" altLang="ko-KR" dirty="0"/>
              <a:t>(.)</a:t>
            </a:r>
            <a:r>
              <a:rPr lang="ko-KR" altLang="en-US" dirty="0"/>
              <a:t>으로 구분하여 네 단위로 표시</a:t>
            </a:r>
          </a:p>
          <a:p>
            <a:pPr lvl="2"/>
            <a:r>
              <a:rPr lang="ko-KR" altLang="en-US" dirty="0"/>
              <a:t>구분된 단위를 </a:t>
            </a:r>
            <a:r>
              <a:rPr lang="ko-KR" altLang="en-US" dirty="0" err="1"/>
              <a:t>옥텟</a:t>
            </a:r>
            <a:r>
              <a:rPr lang="en-US" altLang="ko-KR" dirty="0"/>
              <a:t>(Octet)</a:t>
            </a:r>
            <a:r>
              <a:rPr lang="ko-KR" altLang="en-US" dirty="0"/>
              <a:t>이라 부르고 총 </a:t>
            </a:r>
            <a:r>
              <a:rPr lang="en-US" altLang="ko-KR" dirty="0"/>
              <a:t>4 </a:t>
            </a:r>
            <a:r>
              <a:rPr lang="ko-KR" altLang="en-US" dirty="0" err="1"/>
              <a:t>옥텟으로</a:t>
            </a:r>
            <a:r>
              <a:rPr lang="ko-KR" altLang="en-US" dirty="0"/>
              <a:t> 구성</a:t>
            </a:r>
          </a:p>
          <a:p>
            <a:endParaRPr lang="ko-KR" altLang="en-US" dirty="0"/>
          </a:p>
          <a:p>
            <a:pPr lvl="1"/>
            <a:r>
              <a:rPr lang="ko-KR" altLang="en-US" dirty="0" smtClean="0"/>
              <a:t>구성</a:t>
            </a:r>
            <a:endParaRPr lang="ko-KR" altLang="en-US" dirty="0"/>
          </a:p>
          <a:p>
            <a:pPr lvl="2"/>
            <a:r>
              <a:rPr lang="ko-KR" altLang="en-US" dirty="0"/>
              <a:t>이진수 형태로 </a:t>
            </a:r>
            <a:r>
              <a:rPr lang="en-US" altLang="ko-KR" dirty="0"/>
              <a:t>1</a:t>
            </a:r>
            <a:r>
              <a:rPr lang="ko-KR" altLang="en-US" dirty="0" err="1"/>
              <a:t>옥텟마다</a:t>
            </a:r>
            <a:r>
              <a:rPr lang="ko-KR" altLang="en-US" dirty="0"/>
              <a:t> </a:t>
            </a:r>
            <a:r>
              <a:rPr lang="en-US" altLang="ko-KR" dirty="0"/>
              <a:t>8bit</a:t>
            </a:r>
            <a:r>
              <a:rPr lang="ko-KR" altLang="en-US" dirty="0"/>
              <a:t>씩 총 </a:t>
            </a:r>
            <a:r>
              <a:rPr lang="en-US" altLang="ko-KR" dirty="0"/>
              <a:t>32bit </a:t>
            </a:r>
            <a:r>
              <a:rPr lang="ko-KR" altLang="en-US" dirty="0"/>
              <a:t>체계 </a:t>
            </a:r>
          </a:p>
          <a:p>
            <a:pPr lvl="2"/>
            <a:r>
              <a:rPr lang="en-US" altLang="ko-KR" dirty="0"/>
              <a:t>0. 0. 0. 0 ~ 255. 255. 255. 255 </a:t>
            </a:r>
            <a:r>
              <a:rPr lang="ko-KR" altLang="en-US" dirty="0"/>
              <a:t>까지 표현 가능 </a:t>
            </a:r>
            <a:r>
              <a:rPr lang="en-US" altLang="ko-KR" dirty="0"/>
              <a:t>( </a:t>
            </a:r>
            <a:r>
              <a:rPr lang="en-US" altLang="ko-KR" dirty="0" smtClean="0"/>
              <a:t>256^4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47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도메인 네임 시스템</a:t>
            </a:r>
            <a:r>
              <a:rPr lang="en-US" altLang="ko-KR" dirty="0"/>
              <a:t>(DNS, Domain Name System)</a:t>
            </a:r>
          </a:p>
          <a:p>
            <a:pPr lvl="1"/>
            <a:r>
              <a:rPr lang="ko-KR" altLang="en-US" dirty="0"/>
              <a:t>인터넷에서 사용되는 주소 시스템으로</a:t>
            </a:r>
            <a:r>
              <a:rPr lang="en-US" altLang="ko-KR" dirty="0"/>
              <a:t>, </a:t>
            </a:r>
            <a:r>
              <a:rPr lang="ko-KR" altLang="en-US" dirty="0"/>
              <a:t>숫자로 되어 있는 </a:t>
            </a:r>
            <a:r>
              <a:rPr lang="en-US" altLang="ko-KR" dirty="0"/>
              <a:t>IP </a:t>
            </a:r>
            <a:r>
              <a:rPr lang="ko-KR" altLang="en-US" dirty="0"/>
              <a:t>주소를 대신해서 알기 쉬운 영문자 형태를 주소로 사용하는 것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DNS </a:t>
            </a:r>
            <a:r>
              <a:rPr lang="ko-KR" altLang="en-US" dirty="0"/>
              <a:t>서버</a:t>
            </a:r>
            <a:endParaRPr lang="en-US" altLang="ko-KR" dirty="0"/>
          </a:p>
          <a:p>
            <a:pPr lvl="1"/>
            <a:r>
              <a:rPr lang="ko-KR" altLang="en-US" dirty="0"/>
              <a:t>도메인 이름에 해당하는 </a:t>
            </a:r>
            <a:r>
              <a:rPr lang="en-US" altLang="ko-KR" dirty="0"/>
              <a:t>IP </a:t>
            </a:r>
            <a:r>
              <a:rPr lang="ko-KR" altLang="en-US" dirty="0"/>
              <a:t>주소 정보를 갖고 있어서 해당 도메인에 대한 실제 주소를 알려 주는 역할을 하는 컴퓨터를 의미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17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그래</a:t>
            </a:r>
            <a:r>
              <a:rPr lang="ko-KR" altLang="en-US" dirty="0"/>
              <a:t>서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124777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326" y="1520317"/>
            <a:ext cx="2535658" cy="1180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46523" y="2703693"/>
            <a:ext cx="989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웹 브라우저</a:t>
            </a:r>
            <a:endParaRPr lang="ko-KR" altLang="en-US" b="1" dirty="0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971600" y="1988840"/>
            <a:ext cx="92072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9592" y="1700808"/>
            <a:ext cx="9909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1. </a:t>
            </a:r>
            <a:r>
              <a:rPr lang="ko-KR" altLang="en-US" sz="1200" b="1" dirty="0" smtClean="0"/>
              <a:t>주소 입력</a:t>
            </a:r>
            <a:endParaRPr lang="ko-KR" altLang="en-US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2151207"/>
            <a:ext cx="1215469" cy="11049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56689" y="3311933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DNS </a:t>
            </a:r>
            <a:r>
              <a:rPr lang="ko-KR" altLang="en-US" sz="1200" b="1" dirty="0" smtClean="0"/>
              <a:t>서버</a:t>
            </a:r>
            <a:endParaRPr lang="ko-KR" altLang="en-US" b="1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427984" y="1772816"/>
            <a:ext cx="2520280" cy="5933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99148" y="1567825"/>
            <a:ext cx="352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2. http://www.choongang.co.kr</a:t>
            </a:r>
            <a:r>
              <a:rPr lang="ko-KR" altLang="en-US" sz="1200" b="1" dirty="0" smtClean="0"/>
              <a:t>에 대한 </a:t>
            </a:r>
            <a:r>
              <a:rPr lang="en-US" altLang="ko-KR" sz="1200" b="1" dirty="0" smtClean="0"/>
              <a:t>IP</a:t>
            </a:r>
            <a:r>
              <a:rPr lang="ko-KR" altLang="en-US" sz="1200" b="1" dirty="0" smtClean="0"/>
              <a:t>주소 요청</a:t>
            </a:r>
            <a:endParaRPr lang="ko-KR" altLang="en-US" b="1" dirty="0"/>
          </a:p>
        </p:txBody>
      </p:sp>
      <p:cxnSp>
        <p:nvCxnSpPr>
          <p:cNvPr id="18" name="직선 화살표 연결선 17"/>
          <p:cNvCxnSpPr>
            <a:stCxn id="9" idx="1"/>
            <a:endCxn id="1028" idx="3"/>
          </p:cNvCxnSpPr>
          <p:nvPr/>
        </p:nvCxnSpPr>
        <p:spPr>
          <a:xfrm flipH="1" flipV="1">
            <a:off x="4427984" y="2110345"/>
            <a:ext cx="2520280" cy="5933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11147" y="2636912"/>
            <a:ext cx="2121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3. IP</a:t>
            </a:r>
            <a:r>
              <a:rPr lang="ko-KR" altLang="en-US" sz="1200" b="1" dirty="0" smtClean="0"/>
              <a:t>주소</a:t>
            </a:r>
            <a:r>
              <a:rPr lang="en-US" altLang="ko-KR" sz="1200" b="1" dirty="0" smtClean="0"/>
              <a:t>(210.16.205.69) </a:t>
            </a:r>
            <a:r>
              <a:rPr lang="ko-KR" altLang="en-US" sz="1200" b="1" dirty="0" smtClean="0"/>
              <a:t>응답</a:t>
            </a:r>
            <a:endParaRPr lang="ko-KR" altLang="en-US" b="1" dirty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420" y="4653136"/>
            <a:ext cx="1215469" cy="11049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800410" y="5758107"/>
            <a:ext cx="681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웹</a:t>
            </a:r>
            <a:r>
              <a:rPr lang="en-US" altLang="ko-KR" sz="1200" b="1" dirty="0" smtClean="0"/>
              <a:t> </a:t>
            </a:r>
            <a:r>
              <a:rPr lang="ko-KR" altLang="en-US" sz="1200" b="1" dirty="0" smtClean="0"/>
              <a:t>서버</a:t>
            </a:r>
            <a:endParaRPr lang="ko-KR" altLang="en-US" b="1" dirty="0"/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2915816" y="2980692"/>
            <a:ext cx="0" cy="16724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00388" y="3539915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4. </a:t>
            </a:r>
            <a:r>
              <a:rPr lang="ko-KR" altLang="en-US" sz="1200" b="1" dirty="0" smtClean="0"/>
              <a:t>홈페이지 정보 요청</a:t>
            </a:r>
            <a:endParaRPr lang="ko-KR" alt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3419872" y="358893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5. </a:t>
            </a:r>
            <a:r>
              <a:rPr lang="ko-KR" altLang="en-US" sz="1200" b="1" dirty="0" smtClean="0"/>
              <a:t>홈페이지 정보 전송</a:t>
            </a:r>
            <a:endParaRPr lang="ko-KR" altLang="en-US" b="1" dirty="0"/>
          </a:p>
        </p:txBody>
      </p:sp>
      <p:cxnSp>
        <p:nvCxnSpPr>
          <p:cNvPr id="38" name="직선 화살표 연결선 37"/>
          <p:cNvCxnSpPr/>
          <p:nvPr/>
        </p:nvCxnSpPr>
        <p:spPr>
          <a:xfrm flipH="1" flipV="1">
            <a:off x="3400927" y="2980692"/>
            <a:ext cx="18945" cy="16724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32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URL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URL (Uniform Resource Locator)</a:t>
            </a:r>
          </a:p>
          <a:p>
            <a:pPr lvl="1"/>
            <a:r>
              <a:rPr lang="ko-KR" altLang="en-US" dirty="0"/>
              <a:t>인터넷에서 특정 서버에 접속하고자 할 때 사용하는 것으로</a:t>
            </a:r>
            <a:r>
              <a:rPr lang="en-US" altLang="ko-KR" dirty="0"/>
              <a:t>, </a:t>
            </a:r>
            <a:r>
              <a:rPr lang="ko-KR" altLang="en-US" dirty="0"/>
              <a:t>자원의 위치 정보를 표현</a:t>
            </a:r>
          </a:p>
          <a:p>
            <a:pPr lvl="1"/>
            <a:r>
              <a:rPr lang="ko-KR" altLang="en-US" dirty="0" smtClean="0"/>
              <a:t>일반적으로 </a:t>
            </a:r>
            <a:r>
              <a:rPr lang="ko-KR" altLang="en-US" dirty="0"/>
              <a:t>서버의 주소까지만 표기하고 자원 이름을 생략하여 사용</a:t>
            </a:r>
            <a:r>
              <a:rPr lang="en-US" altLang="ko-KR" dirty="0"/>
              <a:t>. </a:t>
            </a:r>
            <a:r>
              <a:rPr lang="ko-KR" altLang="en-US" dirty="0"/>
              <a:t>생략하면 해당 서버에 설정되어 있는 기본 파일이 지정됨</a:t>
            </a:r>
          </a:p>
          <a:p>
            <a:endParaRPr lang="ko-KR" altLang="en-US" dirty="0"/>
          </a:p>
          <a:p>
            <a:r>
              <a:rPr lang="ko-KR" altLang="en-US" dirty="0"/>
              <a:t> 표현형식</a:t>
            </a:r>
          </a:p>
          <a:p>
            <a:pPr lvl="1"/>
            <a:r>
              <a:rPr lang="en-US" altLang="ko-KR" dirty="0" smtClean="0"/>
              <a:t>Protocol://DomainName or </a:t>
            </a:r>
            <a:r>
              <a:rPr lang="en-US" altLang="ko-KR" dirty="0" err="1" smtClean="0"/>
              <a:t>IPAddress</a:t>
            </a:r>
            <a:r>
              <a:rPr lang="en-US" altLang="ko-KR" dirty="0" smtClean="0"/>
              <a:t>[:Port]/[</a:t>
            </a:r>
            <a:r>
              <a:rPr lang="ko-KR" altLang="en-US" dirty="0" smtClean="0"/>
              <a:t>파일경로</a:t>
            </a:r>
            <a:r>
              <a:rPr lang="en-US" altLang="ko-KR" dirty="0" smtClean="0"/>
              <a:t>]</a:t>
            </a:r>
            <a:endParaRPr lang="ko-KR" altLang="en-US" dirty="0"/>
          </a:p>
          <a:p>
            <a:pPr lvl="2"/>
            <a:r>
              <a:rPr lang="en-US" altLang="ko-KR" dirty="0" smtClean="0"/>
              <a:t>Protocol : </a:t>
            </a:r>
            <a:r>
              <a:rPr lang="en-US" altLang="ko-KR" dirty="0"/>
              <a:t>ftp, http, </a:t>
            </a:r>
            <a:r>
              <a:rPr lang="en-US" altLang="ko-KR" dirty="0" smtClean="0"/>
              <a:t>telnet </a:t>
            </a:r>
            <a:r>
              <a:rPr lang="ko-KR" altLang="en-US" dirty="0"/>
              <a:t>등</a:t>
            </a:r>
          </a:p>
          <a:p>
            <a:pPr lvl="2"/>
            <a:r>
              <a:rPr lang="en-US" altLang="ko-KR" dirty="0" err="1" smtClean="0"/>
              <a:t>DomainName</a:t>
            </a:r>
            <a:r>
              <a:rPr lang="ko-KR" altLang="en-US" dirty="0" smtClean="0"/>
              <a:t> </a:t>
            </a:r>
            <a:r>
              <a:rPr lang="en-US" altLang="ko-KR" dirty="0" smtClean="0"/>
              <a:t>or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IPAddress</a:t>
            </a:r>
            <a:r>
              <a:rPr lang="en-US" altLang="ko-KR" dirty="0" smtClean="0"/>
              <a:t> : </a:t>
            </a:r>
            <a:r>
              <a:rPr lang="ko-KR" altLang="en-US" dirty="0"/>
              <a:t>정보를 가진 컴퓨터 이름</a:t>
            </a:r>
            <a:r>
              <a:rPr lang="en-US" altLang="ko-KR" dirty="0"/>
              <a:t>(</a:t>
            </a:r>
            <a:r>
              <a:rPr lang="ko-KR" altLang="en-US" dirty="0"/>
              <a:t>도메인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smtClean="0"/>
              <a:t>Port : </a:t>
            </a:r>
            <a:r>
              <a:rPr lang="ko-KR" altLang="en-US" dirty="0"/>
              <a:t>일반적으로 생략</a:t>
            </a:r>
            <a:r>
              <a:rPr lang="en-US" altLang="ko-KR" dirty="0"/>
              <a:t>, </a:t>
            </a:r>
            <a:r>
              <a:rPr lang="ko-KR" altLang="en-US" dirty="0"/>
              <a:t>특별히 지정된 포트가 있는 경우만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82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인터넷 접속 확인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27687" y="5013176"/>
            <a:ext cx="2856681" cy="1531640"/>
          </a:xfrm>
        </p:spPr>
        <p:txBody>
          <a:bodyPr/>
          <a:lstStyle/>
          <a:p>
            <a:pPr marL="114300" indent="0">
              <a:buNone/>
            </a:pPr>
            <a:r>
              <a:rPr lang="ko-KR" altLang="en-US" dirty="0" smtClean="0"/>
              <a:t>에서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47529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690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ipconfig</a:t>
            </a:r>
            <a:r>
              <a:rPr lang="en-US" altLang="ko-KR" dirty="0" smtClean="0"/>
              <a:t> : </a:t>
            </a:r>
            <a:r>
              <a:rPr lang="ko-KR" altLang="en-US" dirty="0" smtClean="0"/>
              <a:t>네트워크 정보 확인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ipconfig</a:t>
            </a:r>
            <a:r>
              <a:rPr lang="en-US" altLang="ko-KR" dirty="0" smtClean="0"/>
              <a:t> –all : </a:t>
            </a:r>
            <a:r>
              <a:rPr lang="ko-KR" altLang="en-US" dirty="0" smtClean="0"/>
              <a:t>상세 정보 확인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328278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5056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ping : </a:t>
            </a:r>
            <a:r>
              <a:rPr lang="ko-KR" altLang="en-US" dirty="0" smtClean="0"/>
              <a:t>나와 대상의 통신 가능 여부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ping 127.0.0.1</a:t>
            </a:r>
          </a:p>
          <a:p>
            <a:pPr marL="777240" lvl="2" indent="0">
              <a:buNone/>
            </a:pPr>
            <a:r>
              <a:rPr lang="en-US" altLang="ko-KR" dirty="0" smtClean="0"/>
              <a:t>	      or</a:t>
            </a:r>
          </a:p>
          <a:p>
            <a:pPr lvl="1"/>
            <a:r>
              <a:rPr lang="en-US" altLang="ko-KR" dirty="0" smtClean="0"/>
              <a:t>ping </a:t>
            </a:r>
            <a:r>
              <a:rPr lang="en-US" altLang="ko-KR" dirty="0" err="1" smtClean="0"/>
              <a:t>localhost</a:t>
            </a:r>
            <a:endParaRPr lang="en-US" altLang="ko-KR" dirty="0"/>
          </a:p>
          <a:p>
            <a:pPr lvl="2"/>
            <a:r>
              <a:rPr lang="ko-KR" altLang="en-US" dirty="0" smtClean="0"/>
              <a:t>내 </a:t>
            </a:r>
            <a:r>
              <a:rPr lang="ko-KR" altLang="en-US" dirty="0" err="1" smtClean="0"/>
              <a:t>랜카드</a:t>
            </a:r>
            <a:r>
              <a:rPr lang="ko-KR" altLang="en-US" dirty="0" smtClean="0"/>
              <a:t> 무사한지 여부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ping 211.183.2.254 : </a:t>
            </a:r>
            <a:r>
              <a:rPr lang="ko-KR" altLang="en-US" dirty="0" smtClean="0"/>
              <a:t>학원 </a:t>
            </a:r>
            <a:r>
              <a:rPr lang="ko-KR" altLang="en-US" dirty="0" err="1" smtClean="0"/>
              <a:t>게이트웨이까지</a:t>
            </a:r>
            <a:endParaRPr lang="en-US" altLang="ko-KR" dirty="0"/>
          </a:p>
          <a:p>
            <a:pPr lvl="2"/>
            <a:r>
              <a:rPr lang="ko-KR" altLang="en-US" dirty="0" smtClean="0"/>
              <a:t>내부 네트워크 무사한지 여부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r>
              <a:rPr lang="en-US" altLang="ko-KR" dirty="0" smtClean="0"/>
              <a:t>ping 210.181.1.24 : DNS </a:t>
            </a:r>
            <a:r>
              <a:rPr lang="ko-KR" altLang="en-US" dirty="0" smtClean="0"/>
              <a:t>서버까지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인터넷 가능한지 여부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256746"/>
            <a:ext cx="3312368" cy="216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811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tracert</a:t>
            </a:r>
            <a:r>
              <a:rPr lang="en-US" altLang="ko-KR" dirty="0" smtClean="0"/>
              <a:t> : </a:t>
            </a:r>
            <a:r>
              <a:rPr lang="ko-KR" altLang="en-US" dirty="0" smtClean="0"/>
              <a:t>경로 추적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tracert</a:t>
            </a:r>
            <a:r>
              <a:rPr lang="en-US" altLang="ko-KR" dirty="0" smtClean="0"/>
              <a:t> </a:t>
            </a:r>
            <a:r>
              <a:rPr lang="ko-KR" altLang="en-US" dirty="0" smtClean="0"/>
              <a:t>대상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9" y="2420888"/>
            <a:ext cx="5832648" cy="381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8822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근접">
  <a:themeElements>
    <a:clrScheme name="사용자 지정 37">
      <a:dk1>
        <a:srgbClr val="2F2B20"/>
      </a:dk1>
      <a:lt1>
        <a:srgbClr val="FFFFFF"/>
      </a:lt1>
      <a:dk2>
        <a:srgbClr val="9F2803"/>
      </a:dk2>
      <a:lt2>
        <a:srgbClr val="DFDCB7"/>
      </a:lt2>
      <a:accent1>
        <a:srgbClr val="A5A5A5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근접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44</TotalTime>
  <Words>291</Words>
  <Application>Microsoft Office PowerPoint</Application>
  <PresentationFormat>화면 슬라이드 쇼(4:3)</PresentationFormat>
  <Paragraphs>55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근접</vt:lpstr>
      <vt:lpstr>인터넷</vt:lpstr>
      <vt:lpstr>IP Address</vt:lpstr>
      <vt:lpstr>DNS</vt:lpstr>
      <vt:lpstr>그래서</vt:lpstr>
      <vt:lpstr>URL</vt:lpstr>
      <vt:lpstr>인터넷 접속 확인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인터넷</dc:title>
  <dc:creator>권기웅</dc:creator>
  <cp:lastModifiedBy>권기웅</cp:lastModifiedBy>
  <cp:revision>6</cp:revision>
  <dcterms:created xsi:type="dcterms:W3CDTF">2013-03-07T06:21:35Z</dcterms:created>
  <dcterms:modified xsi:type="dcterms:W3CDTF">2013-03-11T07:55:10Z</dcterms:modified>
</cp:coreProperties>
</file>